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서버 처리 시간(분)</c:v>
                </c:pt>
              </c:strCache>
            </c:strRef>
          </c:tx>
          <c:spPr>
            <a:solidFill>
              <a:srgbClr val="8A939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2E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47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1차</c:v>
                  </c:pt>
                  <c:pt idx="1">
                    <c:v>2차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8.3</c:v>
                </c:pt>
                <c:pt idx="1">
                  <c:v>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2E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1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AEB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소요 시간(초)</c:v>
                </c:pt>
              </c:strCache>
            </c:strRef>
          </c:tx>
          <c:spPr>
            <a:solidFill>
              <a:srgbClr val="B8472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2E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첫 번째 컷</c:v>
                  </c:pt>
                  <c:pt idx="1">
                    <c:v>컷 2</c:v>
                  </c:pt>
                  <c:pt idx="2">
                    <c:v>컷 3</c:v>
                  </c:pt>
                  <c:pt idx="3">
                    <c:v>컷 4</c:v>
                  </c:pt>
                  <c:pt idx="4">
                    <c:v>ZIP 내보내기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117</c:v>
                </c:pt>
                <c:pt idx="1">
                  <c:v>60</c:v>
                </c:pt>
                <c:pt idx="2">
                  <c:v>61</c:v>
                </c:pt>
                <c:pt idx="3">
                  <c:v>75</c:v>
                </c:pt>
                <c:pt idx="4">
                  <c:v>9.6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4212E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6AEB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[오프닝 영상 재생 8.8초 — 대본 시간에 포함하지 않음. 재생이 끝나면 다음 장으로 넘기고 인사합니다. 영상의 네 컷은 joniverse-ai가 실제 생성한 세션 결과이며 협력사 참고 그림은 들어 있지 않음]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보신 오프닝 영상의 네 컷은 실제로 생성한 결과입니다. 안녕하세요, 컷파일럿에서 화면을 맡은 전대진입니다. 오늘은 이 도구가 무엇인지, 어떻게 만들었는지, 지금 어디까지 왔는지를 10분 동안 말씀드리겠습니다. 발표 뒤에는 시연 영상을 보시고, 이어서 질문 시간을 갖겠습니다. 2차 개발은 9월 30일에 시작해 네 명이 열하루 동안 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프로젝트의 가장 큰 전제는 사용자가 디자이너도 개발자도 아닌 비전문가라는 점입니다. 그래서 조작 단계를 늘리는 설계는 모두 기각했고, 글을 길게 쓰도록 요구하지도 않았습니다. 사용자는 소재를 한 줄 적고 선택지를 클릭합니다. 모르겠으면 '알아서 해줘'로 건너뛸 수 있고, 그러면 기본값을 채워 줍니다. 예를 들어 소재에 주인공이 이미 들어 있으면 그 질문은 다시 묻지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가지를 말씀드립니다. 왜 이렇게 만들었는지, 사용 흐름, 품질을 지키는 방법, 마지막 2주와 숫자, 남은 것과 앞으로의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왜 이렇게 만들었는지입니다. 모든 기능 판단은 두 원칙에서 나왔습니다. 딸깍 UX가 최우선이고, 협업 기능은 넣지 않습니다. 워크스페이스, 초대, 권한, 동시 편집을 뺀 덕분에 로그인과 권한 같은 마찰이 사라졌습니다. 품질을 위해서는 세 가지를 고정했습니다. 컷이 늘수록 인물이 컷마다 다른 사람처럼 무너져서 4컷, 인물이 늘면 난이도가 급증해서 1~2명, 배경이 복잡할수록 결과가 튀어서 단순한 배경입니다. 이 다섯 가지가 뒤에 나오는 모든 장표의 바탕입니다.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사용 흐름입니다. 사용자가 하는 일은 여섯 단계입니다. 프로젝트를 만들면서 참고 그림을 올리고 마스코트와 폰트를 정합니다. 소재를 한 줄 적는데, 브랜드나 제품 이름은 대괄호로 표시합니다. 질문 세 번에 클릭으로 답하고, 콘티를 확인한 뒤 첫 번째 컷을 정합니다. 그러면 나머지 세 컷이 그 그림을 기준으로 그려집니다. 마지막에 대사를 고치고 ZIP으로 내려받습니다.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안에서 사람이 하는 일은 소재를 적고 선택하는 것뿐이고, 나머지는 자동입니다. 질문과 4컷 대사는 텍스트로 만들고, 첫 컷을 그린 다음 나머지 컷을 이어서 그립니다. 저장하기 전에는 스토리보드가 정해진 계약을 지키는지 검사하고, 마지막에 대사를 말풍선으로 그림 위에 얹어 ZIP으로 내보냅니다. 대사는 마지막에 사람이 고칠 수 있게 남겨 두었습니다. 사람이 손대는 부분을 줄인 것이 딸깍 UX를 지키는 방법이었습니다.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화면입니다. 왼쪽은 소재를 한 줄 적는 화면이고, 브랜드나 제품 이름은 대괄호로 적으라는 안내가 있습니다. 오른쪽은 완성된 4컷을 고치는 에디터입니다. 대사를 직접 고치고 말풍선을 원하는 자리로 끌어 놓으면, 그 자리가 저장되어 내보내기에 반영됩니다. [프리징 뒤 최종 화면 캡처로 교체] 최신 버전만 화면에 보이고, 되돌리기 버튼으로 이전 저장본으로 돌아갈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이렇게 완성된 4컷이 ZIP으로 내려옵니다. 컷마다 대사 말풍선이 그림 위에 합성되어 있고, 같은 인물이 네 컷에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품질입니다. 컷툰에서 가장 중요한 것은 같은 인물이 4컷 내내 이어지는 것입니다. 이 부분을 어떻게 지켰는지 말씀드리겠습니다. 컷이 바뀔 때 주인공이 다른 사람처럼 보이면 네 컷이 한 편의 이야기로 읽히지 않기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인물을 붙잡는 방법은 네 가지입니다. 첫째, 캐릭터 시트를 그림체의 기준점으로 삼습니다. 이 기준점을 스타일 앵커라고 부릅니다. 둘째, 컷 2에서 4를 그릴 때 첫 번째 컷을 기준 그림으로 함께 넣습니다. 셋째, 앞 컷의 응답을 이어받아 다음 컷을 그립니다. 넷째, 등장 인물의 설명을 매 컷마다 다시 넣습니다. 이 네 가지가 겹쳐서 인물을 지탱합니다.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그래도 문제가 나오면 찾아서 고쳤습니다. 위쪽이 수정 전입니다. 마스코트 고양이가 함께 나오는 세 번째 컷에서 주인공 얼굴이 바뀌었습니다. 아래쪽이 수정 후이고, 네 컷 모두 같은 주인공입니다. 이렇게 문제를 찾아 고쳐 가며 품질을 맞췄습니다. 수정 전후를 나란히 놓고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2주의 구조 변경이 효과가 있었는지 같은 조건으로 확인했습니다. 같은 참고 그림과 같은 소재로 1차 버전과 2차 버전을 각각 두 번씩 돌렸고, 그중 한 번씩을 보여 드립니다. 위쪽이 1차, 아래쪽이 2차입니다. 1차는 컷마다 머리색이 흔들리는 등 인물이 달라졌고, 2차는 첫 번째 컷을 기준으로 네 컷이 같은 인물로 이어졌습니다. [팀 의견 요청 메모: 두 번씩 돌린 결과 중 2차는 2회를 대표로 썼습니다. 2차 1회는 추출 팔레트가 참고 그림과 크게 달랐고, 4번 전체 비교는 이 PR에 넣지 않았습니다. 대표 실행 선택이 적절한지 의견 주세요]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마지막 2주입니다. 이 기간에 가장 크게 바뀐 것은 컷 연출입니다. 다섯 가지로 말씀드리겠습니다. 첫 컷 구조, 연출 기능, 숫자 순서로 이어서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첫째, 첫 번째 컷입니다. 첫 컷을 정하면 나머지가 따라 그려집니다. 둘째, 콘티 확인입니다. 고른 내용을 확인하고 바로 되돌아갈 수 있습니다. 셋째, 구도 변화로, 차분하게·보통·다이내믹하게 세 단계입니다. 넷째, 디테일 수정으로 컷마다 구도와 앵글을 바꿉니다. 다섯째, 한 컷 다시 그리기로 표정, 포즈, 시간대를 골라 그 컷만 다시 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변화가 숫자로 가장 크게 나타난 곳이 첫 컷입니다. 1차는 표지 세 안을 먼저 만들었고, 여기에 약 2만 3천에서 2만 7천 토큰이 들었습니다. 2차는 첫 컷 한 장을 정하는 데 약 8천에서 9천 토큰이 듭니다. 컷 2에서 4는 두 버전이 비슷했습니다. 표지를 세 안 만들어 고르는 대신, 첫 컷 한 장을 정하는 구조로 바꾼 것입니다. [확인 대기: joniverse 1회 실측은 첫 컷 약 1.16만 토큰, 추론 토큰 포함 여부 — chictimin 보고서 기준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지금부터는 숫자입니다. 같은 참고 그림, 같은 소재, 같은 컴퓨터와 같은 키로 1차와 2차를 각각 두 편씩 처음부터 끝까지 돌려 쟀습니다. 표본이 작아서 경향을 보여 주는 숫자로 봐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편당 평균입니다. 한 편 비용은 약 750원에서 약 520원으로 31% 줄었습니다. 이미지는 캐릭터 시트를 포함해 7장에서 5장이 되었고, 토큰은 22% 줄었습니다. 서버 처리 시간은 8.3분에서 4.6분으로 44% 줄었는데, 이 값의 뜻은 다음 장에서 말씀드립니다. 이미지 비용은 장당 가정 단가로 환산한 추정이며, 실제 청구액은 아닙니다. 표본이 두 편이라 정확한 값보다 경향을 봐 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 처리 시간은 호출 시간을 더한 값입니다. 1차는 표지 세 안을 동시에 만드는데, 동시에 실행된 호출도 겹쳐서 더하기 때문에 합계가 크게 잡힙니다. 그래서 사용자가 기다리는 시간이 이만큼 줄었다는 뜻은 아닙니다. 사람이 입력하는 시간도 이 값에는 들어 있지 않습니다. 사용자가 실제로 기다리는 시간은 다음 장의 실제 생성 측정으로 보시면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이미지를 새로 만들어 한 편을 끝까지 돌려 본 결과입니다. 다시 만들기를 뺀 생성 대기 시간의 합계가 약 5분 31초였고, 대부분은 이미지 네 장을 그리는 시간입니다. 첫 번째 컷이 117초로 가장 길고, 나머지 컷은 60초에서 75초입니다. 그림체 분석과 캐릭터 시트를 만드는 온보딩은 프로젝트를 만들 때 한 번이며, 같은 기준으로 약 1분 15초입니다. 사람이 입력하는 시간은 모두 빠져 있습니다. [참고: 입력 포함 화면 경과는 약 15분(#343 기록)] 결과 ZIP 4장에서 로고나 브랜드 글자는 0건이었습니다. 표본은 한 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상태를 솔직하게 말씀드립니다. 골든패스 13단계 중 11단계를 완료했고, 나머지 2단계는 일부 사람 확인이 남아 있습니다. 알려진 한계는 4컷 고정과 인물 1~2명입니다. 협업 기능과 모델 선택 화면은 의도적으로 뺐고, 실제 인물 캐릭터화는 가능하다는 답을 받았지만 우선순위가 낮아 보류했습니다. 의도적으로 뺀 것은 한계가 아니라 범위를 좁히는 선택이었습니다.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후보는 세 가지입니다. 한 편에서 다음 편으로 이어지는 연재 확장, 화면을 3단 스튜디오로 정리하는 화면 개편, 실제 인물 캐릭터화 논의입니다. 시기는 정해지지 않았습니다. 화면 개편은 팀 투표에서 3단 스튜디오 안이 채택되었고, 적용은 발표 이후입니다.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컷파일럿을 소개했습니다. 네 명이 열하루 동안 만든 결과입니다. 함께해 주신 협력사와 팀 모두에게 감사드립니다. 이어서 시연 영상을 보시겠습니다.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 영상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8.8초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재생이 끝나면 발표를 시작합니다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55648"/>
            <a:ext cx="103628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리브라이블리 기업 연계 해커톤 · 최종 발표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157984"/>
            <a:ext cx="1072865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422452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한 줄에서 4컷 컷툰까지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98932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2026.10.16 · 전대진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비전문가가 선택지를 클릭하는 것만으로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 한 편을 만든다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흐름은 선택지 클릭과 '알아서 해줘'로 이어집니다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91640" y="1874520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이렇게 만들었나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2496312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쓰나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1810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3118104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품질을 지키는 방법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3989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3739896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2주와 숫자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36168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4361688"/>
            <a:ext cx="9585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것과 앞으로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원칙과 고정한 세 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2144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딸깍 UX 최우선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조작 단계와 타이핑을 늘리지 않습니다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47878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5622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5622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기능 제외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85622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사용자를 전제로 합니다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81356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9100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9100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4컷 고정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19100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컷이 늘수록 인물이 무너집니다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4834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578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52578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 1~2명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2578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인물이 늘면 난이도가 급증합니다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48312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86056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86056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배경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86056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복잡할수록 컷마다 튑니다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1828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만들기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92040" y="184708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그림을 올리고 마스코트와 폰트를 정합니다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993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24993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적기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251764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소재를 적습니다. 브랜드·제품명은 [대괄호]로 표기합니다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699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6192" y="3169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3번에 답하기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318820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선택지를 클릭하고 말투를 고릅니다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36192" y="38404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콘티 확인하고 첫 컷 정하기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85876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내용을 확인하고 첫 번째 컷을 정합니다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5110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36192" y="4511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컷 만들기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452932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정한 컷을 기준으로 2~4번째 컷이 그려집니다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1816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36192" y="51816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고치고 내려받기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5199888"/>
            <a:ext cx="6385255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대사를 고치고 말풍선을 끌어 옮긴 뒤 ZIP으로 저장합니다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하는 일과 자동으로 되는 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소재·선택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소재를 적고 선택지를 클릭합니다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33437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136941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1261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1261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생성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1261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3번의 질문과 4컷 대사를 만듭니다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5977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9481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33801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33801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생성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33801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컷을 만들고 나머지 컷을 이어서 만듭니다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78518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82022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56342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56342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검사·저장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56342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전에 스토리보드 계약을 검사합니다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01059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804563" y="2304288"/>
            <a:ext cx="1472733" cy="2542032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78883" y="2578608"/>
            <a:ext cx="9240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78883" y="2907792"/>
            <a:ext cx="9240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말풍선 합성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78883" y="3346704"/>
            <a:ext cx="92409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대사를 그림 위에 얹어 ZIP으로 내보냅니다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138928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대사는 마지막에 사람이 에디터에서 고칩니다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화면: 소재 입력과 에디터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발표용_v5/화면_소재입력과_에디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629" y="1874520"/>
            <a:ext cx="7060438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왼쪽은 한 줄 소재 입력, 오른쪽은 대사를 고치고 말풍선을 끌어 옮기는 에디터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 4컷 예시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발표용_v5/v6_결과물_4컷_2차2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0972"/>
            <a:ext cx="10362895" cy="25275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버전(2회)으로 만든 4컷 — 대사 말풍선이 그림 위에 합성됩니다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7744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컷툰에서 가장 중요한 것은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인물이 4컷 내내 이어지는가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인물이 이어지게 하는 네 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2362352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5296" y="2185416"/>
            <a:ext cx="174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25296" y="2496312"/>
            <a:ext cx="174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시트가 기준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3300984"/>
            <a:ext cx="17405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시트를 그림체의 기준점(스타일 앵커)으로 삼습니다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81248" y="1874520"/>
            <a:ext cx="2362352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92144" y="2185416"/>
            <a:ext cx="174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92144" y="2496312"/>
            <a:ext cx="174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컷이 기준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92144" y="3300984"/>
            <a:ext cx="17405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 2~4에 첫 번째 컷을 기준 그림으로 함께 넣습니다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8095" y="1874520"/>
            <a:ext cx="2362352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8991" y="2185416"/>
            <a:ext cx="174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58991" y="2496312"/>
            <a:ext cx="174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 컷 이어받기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58991" y="3300984"/>
            <a:ext cx="17405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응답을 이어받아 다음 컷을 그립니다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14943" y="1874520"/>
            <a:ext cx="2362352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5839" y="2185416"/>
            <a:ext cx="174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25839" y="2496312"/>
            <a:ext cx="174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 설명 반복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25839" y="3300984"/>
            <a:ext cx="17405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 인물의 설명을 매 컷마다 다시 넣습니다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전후 비교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수정전후_마스코트컷_issue3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254" y="1874520"/>
            <a:ext cx="6775186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마스코트가 함께 나오는 컷에서 주인공 얼굴이 바뀌던 문제 — 위 수정 전, 아래 수정 후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소재, 1차와 2차</a:t>
            </a:r>
            <a:endParaRPr lang="en-US" sz="2800" dirty="0"/>
          </a:p>
        </p:txBody>
      </p:sp>
      <p:pic>
        <p:nvPicPr>
          <p:cNvPr id="3" name="Image 0" descr="C:/Users/ilove/Documents/Aiffel_Quest/cuttoon-copilot/문서/최종발표_20261016/02_화면캡처/발표용_v5/v6_비교_1차1회_2차2회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825" y="1874520"/>
            <a:ext cx="7552045" cy="3520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그림·소재로 각 버전을 두 번씩 돌린 결과 중 한 번씩 — 위 1차(1회), 아래 2차(2회)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7744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2주에 가장 크게 바뀐 것은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 연출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2주에 달라진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52144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컷을 정하면 나머지가 따라 그려집니다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47878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85622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5622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콘티 확인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85622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내용을 확인하고 바로 되돌아갈 수 있습니다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81356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9100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9100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구도 변화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19100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차분하게·보통·다이내믹하게 3단계로 고릅니다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4834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578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52578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디테일 수정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2578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컷마다 구도와 앵글을 바꿀 수 있습니다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48312" y="1874520"/>
            <a:ext cx="1828983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86056" y="2185416"/>
            <a:ext cx="135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86056" y="2496312"/>
            <a:ext cx="135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컷 다시 그리기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86056" y="3300984"/>
            <a:ext cx="135349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표정·포즈·시간대를 골라 그 컷만 다시 그립니다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3안에서 첫 컷 1장으로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304288"/>
            <a:ext cx="5029200" cy="35661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2980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3안을 만든 뒤 컷 생성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80160" y="3602736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3안: 약 2.3~2.7만 토큰(보고서 기준)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7장(시트 포함)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4컷 사이 머리색 흔들림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8095" y="2304288"/>
            <a:ext cx="5029200" cy="35661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3855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3855" y="2980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 1장을 정한 뒤 생성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13855" y="3602736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 1장: 약 0.8~0.9만 토큰(보고서 기준)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5장(시트 포함)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컷 기준으로 4컷 일관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96596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그림과 같은 소재로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E8A3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1차와 2차를 두 편씩 돌려 쟀습니다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3886200"/>
            <a:ext cx="8716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표본이 작아 경향을 보여 주는 숫자입니다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88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대비 2차 실측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-31%</a:t>
            </a:r>
            <a:endParaRPr lang="en-US" sz="2640" dirty="0"/>
          </a:p>
        </p:txBody>
      </p:sp>
      <p:sp>
        <p:nvSpPr>
          <p:cNvPr id="5" name="Text 3"/>
          <p:cNvSpPr/>
          <p:nvPr/>
        </p:nvSpPr>
        <p:spPr>
          <a:xfrm>
            <a:off x="1188720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편 비용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987040"/>
            <a:ext cx="2702662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₩751 → ₩515 (추정)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70197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44517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-44%</a:t>
            </a:r>
            <a:endParaRPr lang="en-US" sz="2640" dirty="0"/>
          </a:p>
        </p:txBody>
      </p:sp>
      <p:sp>
        <p:nvSpPr>
          <p:cNvPr id="9" name="Text 7"/>
          <p:cNvSpPr/>
          <p:nvPr/>
        </p:nvSpPr>
        <p:spPr>
          <a:xfrm>
            <a:off x="4744517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처리 시간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44517" y="2987040"/>
            <a:ext cx="2702662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8.3분 → 4.6분 (호출 시간 합)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5994" y="187452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0314" y="218541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7→5장</a:t>
            </a:r>
            <a:endParaRPr lang="en-US" sz="2640" dirty="0"/>
          </a:p>
        </p:txBody>
      </p:sp>
      <p:sp>
        <p:nvSpPr>
          <p:cNvPr id="13" name="Text 11"/>
          <p:cNvSpPr/>
          <p:nvPr/>
        </p:nvSpPr>
        <p:spPr>
          <a:xfrm>
            <a:off x="8300314" y="262128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0314" y="2987040"/>
            <a:ext cx="2702662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시트 포함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31139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-22%</a:t>
            </a:r>
            <a:endParaRPr lang="en-US" sz="2640" dirty="0"/>
          </a:p>
        </p:txBody>
      </p:sp>
      <p:sp>
        <p:nvSpPr>
          <p:cNvPr id="17" name="Text 15"/>
          <p:cNvSpPr/>
          <p:nvPr/>
        </p:nvSpPr>
        <p:spPr>
          <a:xfrm>
            <a:off x="1188720" y="474726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13020"/>
            <a:ext cx="2702662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61,468 → 48,217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70197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4517" y="431139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2편</a:t>
            </a:r>
            <a:endParaRPr lang="en-US" sz="2640" dirty="0"/>
          </a:p>
        </p:txBody>
      </p:sp>
      <p:sp>
        <p:nvSpPr>
          <p:cNvPr id="21" name="Text 19"/>
          <p:cNvSpPr/>
          <p:nvPr/>
        </p:nvSpPr>
        <p:spPr>
          <a:xfrm>
            <a:off x="4744517" y="474726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버전당 표본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44517" y="5113020"/>
            <a:ext cx="2702662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참고 그림·소재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25994" y="4000500"/>
            <a:ext cx="3251302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0314" y="4311396"/>
            <a:ext cx="2702662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</a:t>
            </a:r>
            <a:endParaRPr lang="en-US" sz="2640" dirty="0"/>
          </a:p>
        </p:txBody>
      </p:sp>
      <p:sp>
        <p:nvSpPr>
          <p:cNvPr id="25" name="Text 23"/>
          <p:cNvSpPr/>
          <p:nvPr/>
        </p:nvSpPr>
        <p:spPr>
          <a:xfrm>
            <a:off x="8300314" y="4747260"/>
            <a:ext cx="27026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비용 기준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00314" y="5113020"/>
            <a:ext cx="2702662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장당 가정 단가로 환산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서버 처리 시간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874520"/>
          <a:ext cx="667512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5595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실측, 버전당 2편 평균 · 동시 호출은 겹쳐 합산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63840" y="1874520"/>
            <a:ext cx="3413455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2148840"/>
            <a:ext cx="286481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 3안이 첫 컷 1장으로 바뀐 것이 토큰과 처리 시간 차이의 대부분입니다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생성 1회의 구간별 시간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874520"/>
          <a:ext cx="667512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5595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생성 1회 측정(일반 화질) · 서버 처리 시간, 사람 입력 제외 · 표본 1건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63840" y="1874520"/>
            <a:ext cx="3413455" cy="397764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2148840"/>
            <a:ext cx="286481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만들기를 뺀 생성 대기 합계 약 5분 31초 · 온보딩은 별도 약 1분 15초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7452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5296" y="211226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7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11단계 완료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25296" y="236829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5296" y="282549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골든패스 13단계 중 11단계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8095" y="187452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8991" y="211226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58991" y="236829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8991" y="282549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2단계, 일부 사람 확인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00050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423824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449427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알려진 한계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5296" y="495147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4컷 고정, 인물 1~2명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48095" y="4000500"/>
            <a:ext cx="5029200" cy="1851660"/>
          </a:xfrm>
          <a:prstGeom prst="roundRect">
            <a:avLst/>
          </a:prstGeom>
          <a:solidFill>
            <a:srgbClr val="F4F5F6"/>
          </a:solidFill>
          <a:ln w="9525">
            <a:solidFill>
              <a:srgbClr val="DDE1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8991" y="423824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58991" y="449427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제외·보류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8991" y="4951476"/>
            <a:ext cx="44074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협업·모델 선택 제외, 실제 인물 캐릭터화 보류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49808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36192" y="182880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연재 확장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92040" y="184708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'2편 만들기'로 이어지는 편 만들기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1699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6192" y="3169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개편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318820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 스튜디오 레이아웃으로 정리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110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36192" y="4511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인물 캐릭터화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4529328"/>
            <a:ext cx="6385255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6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의뢰사와 우선순위를 다시 논의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· 리브라이블리 기업 연계 해커톤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62895" y="6272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E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2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37360" y="3291840"/>
            <a:ext cx="8716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컷파일럿 팀 · 이어서 시연 영상을 보시겠습니다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컷파일럿 최종 발표 (상세판 v7, Q&amp;A 부록 제외)</dc:title>
  <dc:subject>PptxGenJS Presentation</dc:subject>
  <dc:creator>전대진</dc:creator>
  <cp:lastModifiedBy>전대진</cp:lastModifiedBy>
  <cp:revision>1</cp:revision>
  <dcterms:created xsi:type="dcterms:W3CDTF">2026-10-14T04:47:35Z</dcterms:created>
  <dcterms:modified xsi:type="dcterms:W3CDTF">2026-10-14T04:47:35Z</dcterms:modified>
</cp:coreProperties>
</file>