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소요 시간(초)</c:v>
                </c:pt>
              </c:strCache>
            </c:strRef>
          </c:tx>
          <c:spPr>
            <a:solidFill>
              <a:srgbClr val="B8472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2E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온보딩(최초 1회)</c:v>
                  </c:pt>
                  <c:pt idx="1">
                    <c:v>첫 번째 컷</c:v>
                  </c:pt>
                  <c:pt idx="2">
                    <c:v>컷 2</c:v>
                  </c:pt>
                  <c:pt idx="3">
                    <c:v>컷 3</c:v>
                  </c:pt>
                  <c:pt idx="4">
                    <c:v>컷 4</c:v>
                  </c:pt>
                  <c:pt idx="5">
                    <c:v>ZIP 내보내기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</c:v>
                </c:pt>
                <c:pt idx="1">
                  <c:v>117</c:v>
                </c:pt>
                <c:pt idx="2">
                  <c:v>60</c:v>
                </c:pt>
                <c:pt idx="3">
                  <c:v>61</c:v>
                </c:pt>
                <c:pt idx="4">
                  <c:v>75</c:v>
                </c:pt>
                <c:pt idx="5">
                  <c:v>9.6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4212E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4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6AEB6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[오프닝 영상 재생 8.8초 — 대본 시간에 포함하지 않음. 재생이 끝나면 다음 장으로 넘기고 인사합니다. 영상의 네 컷은 joniverse-ai가 실제 생성한 세션 결과이며 협력사 참고 그림은 들어 있지 않음]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방금 보신 오프닝 영상의 네 컷은 실제로 생성한 결과입니다. 안녕하세요, 컷툰 코파일럿에서 화면을 맡은 전대진입니다. 컷툰 코파일럿은 소재 한 줄에서 4컷 컷툰까지 만들어 주는 도구입니다. 무엇을 왜 만들었고, 어떻게 만들었고, 어디까지 왔는지를 10분 안에 말씀드리겠습니다. 발표 뒤에는 시연 영상을 보시고 질문 시간을 갖겠습니다.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프로젝트의 가장 큰 전제는 사용자가 디자이너도 개발자도 아닌 비전문가라는 점입니다. 그래서 조작 단계를 늘리는 설계는 모두 기각했고, 글을 길게 쓰도록 요구하지도 않았습니다. 사용자는 소재를 한 줄 적고 선택지를 클릭하며, 모르겠으면 '알아서 해줘'로 건너뛰면 기본값이 채워집니다. 협업 기능은 넣지 않아서 로그인과 권한 같은 마찰도 없습니다. 품질을 위해 컷 수는 4컷, 등장 인물은 1~2명, 배경은 단순하게 고정했습니다.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사용자가 하는 일은 여섯 단계입니다. 프로젝트를 만들면서 그림체 참고 이미지를 올리고 마스코트와 폰트를 정합니다. 소재를 한 줄 적는데, 브랜드나 제품 이름은 대괄호로 표시합니다. 질문 세 번에 클릭으로 답하고, 콘티를 확인한 뒤 첫 번째 컷을 정합니다. 그러면 나머지 세 컷이 그 그림을 기준으로 그려집니다. 마지막에 대사를 고치고 말풍선을 끌어 옮긴 뒤 ZIP으로 내려받습니다.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안에서 사람이 하는 일은 소재를 적고 선택하는 것뿐입니다. 질문과 대사는 텍스트로 만들고, 이미지는 첫 컷을 먼저 그린 뒤 나머지 컷을 이어서 그립니다. 저장하기 전에 스토리보드가 정해진 계약을 지키는지 검사하고, 마지막에 말풍선을 합성해 ZIP으로 내보냅니다. 대사는 마지막에 사람이 에디터에서 고칠 수 있습니다. 사람이 손대는 부분을 줄인 것이 딸깍 UX를 지키는 방법이었습니다.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컷툰에서 가장 중요한 것은 같은 인물이 4컷 내내 이어지는 것입니다. 같은 참고 그림과 같은 소재로 1차 버전과 2차 버전을 각각 돌려 봤고, 두 번씩 돌린 것 중 한 번씩을 보여 드립니다. 위쪽이 1차이고, 컷마다 머리색이 흔들리는 등 인물이 달라졌습니다. 아래쪽이 2차이고, 첫 번째 컷을 기준으로 네 컷이 같은 인물로 이어졌습니다. 이 차이를 만든 것이 마지막 2주의 구조 변경입니다.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2주에 가장 크게 바뀐 것은 컷 연출입니다. 여섯 가지를 보겠습니다. 첫 컷 구조, 콘티 확인, 구도 변화, 디테일 수정, 한 컷 다시 그리기, 데모 캐시 여섯 가지입니다.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컷을 먼저 정하면 나머지가 그 그림을 따라 그려집니다. 콘티를 확인하고 바로 되돌아갈 수 있고, 구도는 차분하게·보통·다이내믹하게 세 단계로 고릅니다. 컷마다 구도와 앵글을 바꿀 수 있고, 한 컷만 표정, 포즈, 시간대를 골라 다시 그릴 수도 있습니다. 시연이 끊기지 않도록 미리 만든 그림을 쓰는 데모 캐시도 준비했습니다. 이 가운데 첫 컷 구조가 인물을 이어 주는 가장 큰 변화였습니다.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조건으로 1차와 2차를 두 편씩 돌려 평균을 냈습니다. 한 편 비용은 약 750원에서 약 520원으로 31% 줄었고, 이미지는 캐릭터 시트를 포함해 7장에서 5장이 되었습니다. 토큰은 22% 줄었고, 서버 처리 시간은 8.3분에서 4.6분으로 줄었습니다. 이미지 비용은 장당 가정 단가로 환산한 추정이고, 서버 처리 시간은 호출 시간을 더한 값입니다. 표본은 버전당 두 편입니다. 표본이 작아서 정확한 값보다 경향을 봐 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이미지를 새로 만들어 한 편을 끝까지 돌려 봤을 때, 소재를 넣고 ZIP을 받기까지 약 5분 31초가 걸렸습니다. 대부분은 이미지 네 장을 그리는 시간이고, 첫 컷이 117초로 가장 깁니다. 그림체 분석과 캐릭터 시트를 만드는 온보딩은 프로젝트를 만들 때 한 번 하며 약 1분 15초입니다. 표본은 한 건입니다. 나머지 컷은 한 컷에 60초에서 75초, 저장과 ZIP 내보내기는 합쳐서 11초 안팎입니다.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상태를 솔직하게 말씀드립니다. 골든패스 13단계 중 11단계를 완료했고, 나머지 2단계는 일부 사람 확인이 남아 있습니다. 알려진 한계는 4컷 고정과 인물 1~2명입니다. 협업 기능과 모델 선택 화면은 의도적으로 뺐고, 실제 인물 캐릭터화는 우선순위가 낮아 보류했습니다. 정하지 않은 것은 약속하지 않고, 필요하시면 우선순위를 함께 논의하겠습니다.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후보는 한 편에서 다음 편으로 이어지는 연재 확장, 화면 개편, 실제 인물 캐릭터화 논의입니다. 시기는 정해지지 않았습니다. 화면 개편은 팀 투표에서 3단 스튜디오 안이 채택되었고, 적용은 발표 이후입니다.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 컷툰 코파일럿을 소개했습니다. 함께해 주신 협력사와 팀 모두에게 감사드립니다. 이어서 2분 안팎의 시연 영상을 보시겠습니다. 질문은 영상 뒤에 받겠습니다. [영상 길이 확정 뒤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96596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오프닝 영상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E8A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8.8초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737360" y="3886200"/>
            <a:ext cx="8716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95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재생이 끝나면 발표를 시작합니다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55648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리브라이블리 기업 연계 해커톤 · 최종 발표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157984"/>
            <a:ext cx="1072865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422452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한 줄에서 4컷 컷툰까지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98932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2026.10.16 · 전대진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96596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비전문가가 선택지를 클릭하는 것만으로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E8A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한 편을 만든다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737360" y="3886200"/>
            <a:ext cx="8716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95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흐름은 선택지 클릭과 '알아서 해줘'로 이어집니다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흐름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36192" y="18288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만들기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92040" y="184708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그림체 레퍼런스를 올리고 마스코트와 폰트를 정합니다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9936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24993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적기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251764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소재를 적습니다. 브랜드·제품명은 [대괄호]로 표기합니다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6992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36192" y="31699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3번에 답하기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318820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선택지를 클릭하고 말투를 고릅니다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36192" y="38404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콘티 확인하고 첫 컷 정하기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385876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고른 내용을 확인하고 첫 번째 컷을 정합니다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51104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36192" y="45110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컷 만들기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452932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정한 컷을 기준으로 2~4번째 컷이 그려집니다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18160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36192" y="51816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고치고 내려받기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519988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대사를 고치고 말풍선을 끌어 옮긴 뒤 ZIP으로 저장합니다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하는 일과 자동으로 되는 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소재·선택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소재를 적고 선택지를 클릭합니다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33437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136941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1261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11261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생성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11261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3번의 질문과 4컷 대사를 만듭니다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5977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59481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33801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33801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생성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33801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컷을 만들고 나머지 컷을 이어서 만듭니다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78518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82022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56342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56342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검사·저장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56342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전에 스토리보드 계약을 검사합니다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01059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804563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78883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78883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말풍선 합성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78883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대사를 그림 위에 얹어 ZIP으로 내보냅니다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513892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대사는 마지막에 사람이 에디터에서 고칩니다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소재, 1차와 2차</a:t>
            </a:r>
            <a:endParaRPr lang="en-US" sz="2800" dirty="0"/>
          </a:p>
        </p:txBody>
      </p:sp>
      <p:pic>
        <p:nvPicPr>
          <p:cNvPr id="3" name="Image 0" descr="C:/Users/ilove/Documents/Aiffel_Quest/cuttoon-copilot/문서/최종발표_20261016/02_화면캡처/발표용_v5/v6_비교_1차1회_2차2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9825" y="1874520"/>
            <a:ext cx="7552045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참고 그림·소재로 각 버전을 두 번씩 돌린 결과 중 한 번씩 — 위 1차(1회), 아래 2차(2회)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7744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2주에 가장 크게 바뀐 것은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E8A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 연출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2주에 달라진 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2144" y="2130552"/>
            <a:ext cx="2775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2144" y="2404872"/>
            <a:ext cx="27758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2144" y="2843784"/>
            <a:ext cx="277581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컷을 정하면 나머지가 따라 그려져요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70197" y="187452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7941" y="2130552"/>
            <a:ext cx="2775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7941" y="2404872"/>
            <a:ext cx="27758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콘티 확인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7941" y="2843784"/>
            <a:ext cx="277581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고른 내용을 확인하고 바로 되돌아가요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25994" y="187452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3738" y="2130552"/>
            <a:ext cx="2775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63738" y="2404872"/>
            <a:ext cx="27758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구도 변화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3738" y="2843784"/>
            <a:ext cx="277581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차분하게·보통·다이내믹하게 3단계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00050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4256532"/>
            <a:ext cx="2775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" y="4530852"/>
            <a:ext cx="27758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디테일 수정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2144" y="4969764"/>
            <a:ext cx="277581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컷마다 구도와 앵글을 바꿔요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70197" y="400050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7941" y="4256532"/>
            <a:ext cx="2775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재생성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7941" y="4530852"/>
            <a:ext cx="27758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컷 다시 그리기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7941" y="4969764"/>
            <a:ext cx="277581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표정·포즈·시간대를 골라 한 컷만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25994" y="400050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3738" y="4256532"/>
            <a:ext cx="2775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63738" y="4530852"/>
            <a:ext cx="27758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캐시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63738" y="4969764"/>
            <a:ext cx="277581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만든 그림으로 시연이 이어져요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대비 2차 실측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3251302" cy="1613916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185416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-31%</a:t>
            </a:r>
            <a:endParaRPr lang="en-US" sz="2640" dirty="0"/>
          </a:p>
        </p:txBody>
      </p:sp>
      <p:sp>
        <p:nvSpPr>
          <p:cNvPr id="5" name="Text 3"/>
          <p:cNvSpPr/>
          <p:nvPr/>
        </p:nvSpPr>
        <p:spPr>
          <a:xfrm>
            <a:off x="1188720" y="2621280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편 비용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987040"/>
            <a:ext cx="2702662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₩751 → ₩515 (추정)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70197" y="1874520"/>
            <a:ext cx="3251302" cy="1613916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44517" y="2185416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-44%</a:t>
            </a:r>
            <a:endParaRPr lang="en-US" sz="2640" dirty="0"/>
          </a:p>
        </p:txBody>
      </p:sp>
      <p:sp>
        <p:nvSpPr>
          <p:cNvPr id="9" name="Text 7"/>
          <p:cNvSpPr/>
          <p:nvPr/>
        </p:nvSpPr>
        <p:spPr>
          <a:xfrm>
            <a:off x="4744517" y="2621280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처리 시간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44517" y="2987040"/>
            <a:ext cx="2702662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8.3분 → 4.6분 (호출 시간 합)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25994" y="1874520"/>
            <a:ext cx="3251302" cy="1613916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0314" y="2185416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7→5장</a:t>
            </a:r>
            <a:endParaRPr lang="en-US" sz="2640" dirty="0"/>
          </a:p>
        </p:txBody>
      </p:sp>
      <p:sp>
        <p:nvSpPr>
          <p:cNvPr id="13" name="Text 11"/>
          <p:cNvSpPr/>
          <p:nvPr/>
        </p:nvSpPr>
        <p:spPr>
          <a:xfrm>
            <a:off x="8300314" y="2621280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0314" y="2987040"/>
            <a:ext cx="2702662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 시트 포함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762756"/>
            <a:ext cx="3251302" cy="1613916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073652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-22%</a:t>
            </a:r>
            <a:endParaRPr lang="en-US" sz="2640" dirty="0"/>
          </a:p>
        </p:txBody>
      </p:sp>
      <p:sp>
        <p:nvSpPr>
          <p:cNvPr id="17" name="Text 15"/>
          <p:cNvSpPr/>
          <p:nvPr/>
        </p:nvSpPr>
        <p:spPr>
          <a:xfrm>
            <a:off x="1188720" y="4509516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875276"/>
            <a:ext cx="2702662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61,468 → 48,217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70197" y="3762756"/>
            <a:ext cx="3251302" cy="1613916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4517" y="4073652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2편</a:t>
            </a:r>
            <a:endParaRPr lang="en-US" sz="2640" dirty="0"/>
          </a:p>
        </p:txBody>
      </p:sp>
      <p:sp>
        <p:nvSpPr>
          <p:cNvPr id="21" name="Text 19"/>
          <p:cNvSpPr/>
          <p:nvPr/>
        </p:nvSpPr>
        <p:spPr>
          <a:xfrm>
            <a:off x="4744517" y="4509516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버전당 표본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44517" y="4875276"/>
            <a:ext cx="2702662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참고 그림·소재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5468112"/>
            <a:ext cx="10362895" cy="384048"/>
          </a:xfrm>
          <a:prstGeom prst="roundRect">
            <a:avLst/>
          </a:prstGeom>
          <a:solidFill>
            <a:srgbClr val="EBEDEF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5468112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비용은 가정 단가 기준, 처리 시간은 호출 시간의 합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생성 1회의 구간별 시간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874520"/>
          <a:ext cx="6675120" cy="3630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55595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생성 1회 측정(일반 화질) · 표본 1건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863840" y="1874520"/>
            <a:ext cx="3413455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2148840"/>
            <a:ext cx="286481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입력부터 ZIP까지 약 5분 31초, 대부분이 이미지 4장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상태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5029200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25296" y="211226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11/13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25296" y="236829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25296" y="2825496"/>
            <a:ext cx="44074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골든패스 13단계 중 11단계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8095" y="1874520"/>
            <a:ext cx="5029200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8991" y="211226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58991" y="236829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58991" y="2825496"/>
            <a:ext cx="44074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2단계, 일부 사람 확인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000500"/>
            <a:ext cx="5029200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423824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5296" y="449427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알려진 한계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25296" y="4951476"/>
            <a:ext cx="44074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4컷 고정, 인물 1~2명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48095" y="4000500"/>
            <a:ext cx="5029200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8991" y="423824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58991" y="449427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제외·보류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8991" y="4951476"/>
            <a:ext cx="44074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협업·모델 선택 제외, 실제 인물 캐릭터화 보류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36192" y="18288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연재 확장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92040" y="1847088"/>
            <a:ext cx="6385255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'2편 만들기'로 이어지는 편 만들기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16992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31699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개편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3188208"/>
            <a:ext cx="6385255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 스튜디오 레이아웃으로 정리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51104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36192" y="45110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인물 캐릭터화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4529328"/>
            <a:ext cx="6385255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의뢰사와 우선순위를 다시 논의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37360" y="3291840"/>
            <a:ext cx="8716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팀 · 이어서 시연 영상을 보시겠습니다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컷툰 코파일럿 최종 발표 (요약판 v2)</dc:title>
  <dc:subject>PptxGenJS Presentation</dc:subject>
  <dc:creator>전대진</dc:creator>
  <cp:lastModifiedBy>전대진</cp:lastModifiedBy>
  <cp:revision>1</cp:revision>
  <dcterms:created xsi:type="dcterms:W3CDTF">2026-10-14T00:51:40Z</dcterms:created>
  <dcterms:modified xsi:type="dcterms:W3CDTF">2026-10-14T00:51:40Z</dcterms:modified>
</cp:coreProperties>
</file>